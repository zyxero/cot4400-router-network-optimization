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45720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45720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5720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82296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82296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822960"/>
            <a:ext cx="137160" cy="137160"/>
          </a:xfrm>
          <a:prstGeom prst="ellipse">
            <a:avLst/>
          </a:prstGeom>
          <a:solidFill>
            <a:srgbClr val="4EA8DE">
              <a:alpha val="40000"/>
            </a:srgbClr>
          </a:solidFill>
          <a:ln w="12700">
            <a:solidFill>
              <a:srgbClr val="4EA8DE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Router Network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65760" y="1417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576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Path Problem Using Directed Weighted Graphs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4114800" cy="36576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COT-4400 — Analysis of Algorithms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USF Bellini College of AI, Cybersecurity and Computing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Seyoung Kan  |  U36444259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Kaushik Selvakumar  |  U75300364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0233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6576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routes billions of data packets daily through networks of interconnected routers.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router must decide the optimal next hop to deliver packets efficiently to their destination.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fundamentally a Shortest Path Problem on a directed weighted graph.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868680"/>
            <a:ext cx="4206240" cy="384048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Impact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164592" cy="164592"/>
          </a:xfrm>
          <a:prstGeom prst="ellipse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463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OSPF (Open Shortest Path First) routing protocol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2075688"/>
            <a:ext cx="164592" cy="164592"/>
          </a:xfrm>
          <a:prstGeom prst="ellipse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0299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BGP (Border Gateway Protocol)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642616"/>
            <a:ext cx="164592" cy="164592"/>
          </a:xfrm>
          <a:prstGeom prst="ellipse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25968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Delivery Networks (CDN)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209544"/>
            <a:ext cx="164592" cy="164592"/>
          </a:xfrm>
          <a:prstGeom prst="ellipse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316382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&amp; real-time streaming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3776472"/>
            <a:ext cx="164592" cy="164592"/>
          </a:xfrm>
          <a:prstGeom prst="ellipse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73075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 routing (AWS, Azure, GCP)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743200" cy="1828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Vertices (V)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Routers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R0 – R19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physical network nodes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743200" cy="182880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(E)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connections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routers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network links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868680"/>
            <a:ext cx="2743200" cy="182880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9601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(W)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63640" y="14173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in milliseconds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= slower link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5ms – 22ms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8595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Formal Definition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(V, E)   where   |V| = 20 routers,   E = directed weighted edges,   w(u,v) = latency in 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Type:  Directed  •  Weighted  •  No negative weights  •  Synthetic realistic dataset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20 Router Network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Edges (Source → Destination : Latency)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188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R0→R1: 10ms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1188720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188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R0→R2: 15ms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188720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88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R0→R3: 20ms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720840" y="1188720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11887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R1→R4: 12ms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627632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R1→R5: 18ms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1627632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316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R2→R4: 8ms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1627632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R3→R7: 9ms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20840" y="1627632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16276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R4→R9: 7ms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2066544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06654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R5→R10: 6ms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423160" y="2066544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206654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R7→R11: 5ms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0" y="2066544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06654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R7→R12: 20ms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0840" y="2066544"/>
            <a:ext cx="2057400" cy="384048"/>
          </a:xfrm>
          <a:prstGeom prst="rect">
            <a:avLst/>
          </a:prstGeom>
          <a:solidFill>
            <a:srgbClr val="EAF0FB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206654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R11→R16: 8ms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74320" y="2505456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50545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R13→R19:10ms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23160" y="2505456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50545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R14→R19:12ms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2505456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0" y="250545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R16→R19: 7ms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20840" y="2505456"/>
            <a:ext cx="20574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250545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35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R18→R19:14ms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7432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Layers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74320" y="3474720"/>
            <a:ext cx="1600200" cy="1280160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4747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(R0)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011680" y="3474720"/>
            <a:ext cx="1600200" cy="128016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11680" y="34747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(R1–R3)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749040" y="3474720"/>
            <a:ext cx="1600200" cy="12801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49040" y="34747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(R4–R7)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0" y="3474720"/>
            <a:ext cx="1600200" cy="1280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0" y="34747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(R8–R12)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23760" y="3474720"/>
            <a:ext cx="1600200" cy="128016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23760" y="34747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(R13–R19)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1 — BFS &amp; DFS Traversal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22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— Breadth-First Search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Uses a FIFO queue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Explores level by level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shortest hop count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  O(V + 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Space:  O(V)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Network discovery,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analysis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8229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— Depth-First Search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32588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Uses recursion (call stack)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Explores deep paths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Detects cycles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  O(V + 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Space:  O(V)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 Cycle detection,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ordering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2 — Dijkstra's Shortest Path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5720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Initialize all distances to ∞, source to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Insert source into min-heap (priority queue)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Extract vertex with minimum distance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Relax all outgoing edges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Repeat until queue is 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     O((V + E) log 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Space:     O(V)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Case: O(V log V) — sparse graph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Worst:     O((V+E) log V) — dense graph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Does NOT support negative edge weights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822960"/>
            <a:ext cx="3840480" cy="393192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914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 Paths from R0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R1 :  10ms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66360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R2 :  15ms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66360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R4 :  22ms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66360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R7 :  29ms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R9 :  29ms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66360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R11:  34ms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66360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R16:  42ms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66360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 → R19:  49ms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3 — Bellman-Ford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vs Bellman-Ford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3154680"/>
                <a:gridCol w="3154680"/>
              </a:tblGrid>
              <a:tr h="39188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Dijkstra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Bellman-Ford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Not supported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Supported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detection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complexity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O((V+E) log 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O(V × 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(sparse)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(dense)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Non-neg weights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graphs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114800"/>
            <a:ext cx="859536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416052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Use Bellman-Ford when your network may have negative-cost links (e.g. subsidized routes) or when you need to detect routing loops (negative cycles). Otherwise prefer Dijkstra for speed.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4 — Kruskal's MST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Kruskal's Algorithm Steps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Sort all edges by weight (ascending)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Initialize Union-Find (DSU)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For each edge (u, v, w):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If find(u) ≠ find(v):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Add to MST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 union(u, 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Stop when MST has V-1 edges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 O(E log 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Space: O(V)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822960"/>
            <a:ext cx="4114800" cy="393192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Use Case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37160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 gives the minimum cost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to connect all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with no redundant links.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applications: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Fiber optic cable layout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Network infrastructure design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network minimization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undirected 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router graph.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 w="12700">
            <a:solidFill>
              <a:srgbClr val="1C35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 Comparison (microseconds)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8595360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1691640"/>
                <a:gridCol w="1691640"/>
                <a:gridCol w="1691640"/>
                <a:gridCol w="1691640"/>
              </a:tblGrid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Sparse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Dense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Sparse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Dense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55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Dijkstra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Bellman-Ford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Kruskal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µs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657600"/>
            <a:ext cx="8595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BFS/DFS remain fast regardless of density — O(V+E) linear performance confirmed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Bellman-Ford 2800µs on large dense vs Dijkstra 210µs — 13x slower, confirming O(VE)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Dijkstra is the clear winner for shortest path in non-negative weighted networks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Insights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023360" cy="1600200"/>
          </a:xfrm>
          <a:prstGeom prst="rect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Algorithm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for shortest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— fastest with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weights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868680"/>
            <a:ext cx="4023360" cy="1600200"/>
          </a:xfrm>
          <a:prstGeom prst="rect">
            <a:avLst/>
          </a:prstGeom>
          <a:solidFill>
            <a:srgbClr val="8B3A8B"/>
          </a:solidFill>
          <a:ln w="12700">
            <a:solidFill>
              <a:srgbClr val="8B3A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960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Bellman-Ford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edge weights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negative cycle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required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4023360" cy="160020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 Use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004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BFS/DFS for network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reachability,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detection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697480"/>
            <a:ext cx="4023360" cy="1600200"/>
          </a:xfrm>
          <a:prstGeom prst="rect">
            <a:avLst/>
          </a:prstGeom>
          <a:solidFill>
            <a:srgbClr val="CC6600"/>
          </a:solidFill>
          <a:ln w="12700">
            <a:solidFill>
              <a:srgbClr val="CC66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 Use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2004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 for minimum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backbone design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663440"/>
            <a:ext cx="9144000" cy="4754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6817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COT-4400 Analysis of Algorithms  •  Seyoung Kan (U36444259)  •  Kaushik Selvakumar (U75300364)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 Router Network Optimization</dc:title>
  <dc:subject>PptxGenJS Presentation</dc:subject>
  <dc:creator>Seyoung Kan, Kaushik Selvakumar</dc:creator>
  <cp:lastModifiedBy>Seyoung Kan, Kaushik Selvakumar</cp:lastModifiedBy>
  <cp:revision>1</cp:revision>
  <dcterms:created xsi:type="dcterms:W3CDTF">2026-04-23T23:31:13Z</dcterms:created>
  <dcterms:modified xsi:type="dcterms:W3CDTF">2026-04-23T23:31:13Z</dcterms:modified>
</cp:coreProperties>
</file>